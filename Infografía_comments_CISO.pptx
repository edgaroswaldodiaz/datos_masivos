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E5993-1D3E-48E6-B9A5-558595EE5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5FCEAF-35AA-799B-15B0-00EDE2624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E3BC4D-C464-05EC-7E48-5675CD38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29DCE8-3842-8429-68F4-85A49056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215C9E-6C03-9C3E-A81B-80485187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960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1E4FE-633F-2830-0DA6-A8EF8AAE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E92EF7-B88C-BF36-B348-0857F925D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F8AE3E-F1A4-13E0-870D-690039ED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CB3177-1A72-7D43-7A34-7A13B471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555F5F-D878-6E80-041C-04D6335C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959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BA53A-A604-447E-EFD2-0F4560EF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03D7A3-6AB7-516C-C85E-3D68DCF87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FF686-B9FA-6523-3126-560741EF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A9231D-78F8-E275-D472-DF747E21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2F69AC-86EE-FF9D-58A4-B4719628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79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8108B-C7B8-D5E1-DB5C-3AF3E77C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95345E-BE55-0D92-F712-37BB00457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E7E02C-1498-8396-D04A-9B1A24BC5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C769EF-F283-3801-6601-A8ED8955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4F3346-D9EF-E25D-EA09-C8D61C73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70DA0C-B301-F99D-37FC-4AF305F0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81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07287-0922-6EE9-8D92-CB96F0FEA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EE1162-F2B3-BD99-BEA6-21C2066CD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F571FD-555F-9FC3-5101-457026C70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E8559C-1B22-BB84-9D1E-6C8E47B68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DA4562-7C46-0E14-D07C-ADF10E2B5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BB51CA-8D11-B65B-BBC3-7367E516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FCF4E7-0610-A5D9-3257-95110F1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D51E07-519B-4813-2A04-4E2C701C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673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44ED8-9366-C00B-8CD5-47F077E4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1E31E7-E2EF-68AD-CAE8-FDDD89E5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267EF8-9BE1-3F25-CB33-91F7E5D3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55CEB3-0275-69EB-BD90-AAC6F9BE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206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7A3949-AB47-04E8-0DE4-3B2CBD97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F96121-C453-8D38-5D7C-1D0A3261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5AEEA8-0F87-B1CB-0795-663E1066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543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4AA47-CF53-B88D-4F52-A019413E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5EDCF-B567-BE05-A8D5-147B11F17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08ADCC-2923-C294-BA87-002142088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C08427-2B0C-D52B-EA35-A3CE9F47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F7C4B4-C4AC-32CB-C7F4-C87B7D98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40FAB5-1946-14D6-B09B-269B445A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290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9859D-AEFB-9F45-FFD3-CD443FC9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6FCEA0-B234-41A5-39AA-7E54E82E3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11662C-CA3F-27DD-D8FD-C2049AC78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ED4A1E-898C-4448-E9C8-51A2F30D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0C2D43-E221-09DF-9DB8-9B2F83B5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C8518D-E703-301E-FFAC-4118E308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2790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6D5A3-B79A-51D5-4092-F15EC6F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4766E4-3D19-E0A4-EA6D-B27F9D985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E592FB-2579-FEFB-690B-42054ED3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EC1B6D-123D-90F2-3CF2-1D074B30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02AB6D-64C6-0D74-C314-39294401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450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DCC42D-F451-9AF3-4D49-C1AB3591A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85EB92-4955-9055-F7DB-8375B45FC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BD5ABD-3EFD-1C8A-D9B4-7369C9F8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1835CF-B5C7-4B78-09AC-BD1D556E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A4AEEA-0BB6-CC37-9E66-A4DDD0D8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819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F39806-EAD2-C678-BF65-D1A95899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87462E-0B32-4CDB-BD04-A71A848A5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4868CB-3FD7-0995-644F-1FD554525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89300-3AC4-4C08-90A2-E7F7C8838A05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99BA43-D1D2-58B0-FAF0-25FA775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929B0D-ADCA-BB72-EFAD-F49F3A2F5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8D6E3-3D7F-451A-976F-6B2E559BFE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8683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7D380-6618-3A41-01EC-84192DB15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C8BB15-2B98-8297-0BB1-A112EA139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4578A0-262E-F0B6-6F3D-887355A2F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60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AVILA RIVERA PAOLA DE JESUS</dc:creator>
  <cp:lastModifiedBy>AVILA RIVERA PAOLA DE JESUS</cp:lastModifiedBy>
  <cp:revision>1</cp:revision>
  <dcterms:created xsi:type="dcterms:W3CDTF">2026-06-12T03:14:42Z</dcterms:created>
  <dcterms:modified xsi:type="dcterms:W3CDTF">2026-06-12T03:17:43Z</dcterms:modified>
</cp:coreProperties>
</file>